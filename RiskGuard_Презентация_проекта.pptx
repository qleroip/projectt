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RiskGuard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Система анализа и предотвращения операционных рисков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1</a:t>
            </a:r>
          </a:p>
        </p:txBody>
      </p:sp>
      <p:pic>
        <p:nvPicPr>
          <p:cNvPr id="5" name="Picture 4" descr="riskguard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234440"/>
            <a:ext cx="18288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4173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21F36"/>
                </a:solidFill>
              </a:defRPr>
            </a:pPr>
            <a:r>
              <a:t>Web-панель риск-менеджера</a:t>
            </a:r>
          </a:p>
          <a:p>
            <a:pPr>
              <a:spcAft>
                <a:spcPts val="800"/>
              </a:spcAft>
              <a:defRPr sz="2000">
                <a:solidFill>
                  <a:srgbClr val="121F36"/>
                </a:solidFill>
              </a:defRPr>
            </a:pPr>
            <a:r>
              <a:t>Desktop-приложение эксперта</a:t>
            </a:r>
          </a:p>
          <a:p>
            <a:pPr>
              <a:spcAft>
                <a:spcPts val="800"/>
              </a:spcAft>
              <a:defRPr sz="2000">
                <a:solidFill>
                  <a:srgbClr val="121F36"/>
                </a:solidFill>
              </a:defRPr>
            </a:pPr>
            <a:r>
              <a:t>APK-приложение работника</a:t>
            </a:r>
          </a:p>
          <a:p>
            <a:pPr>
              <a:spcAft>
                <a:spcPts val="800"/>
              </a:spcAft>
              <a:defRPr sz="2000">
                <a:solidFill>
                  <a:srgbClr val="121F36"/>
                </a:solidFill>
              </a:defRPr>
            </a:pPr>
            <a:r>
              <a:t>Единый Flask API и общая база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749039"/>
            <a:ext cx="4572000" cy="1280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 по желанию:</a:t>
            </a:r>
            <a:br/>
            <a:r>
              <a:t>титульный экран или логотип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Проблема и цель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Зачем нужна система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Операционные риски и инциденты должны фиксироваться в едином месте.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Менеджеру нужно управлять статусами, экспертами и мерами минимизации.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Эксперт должен видеть только назначенные ему риски.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Работник должен быстро отправлять инцидент с телефона.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17320"/>
            <a:ext cx="457200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 не обязателен:</a:t>
            </a:r>
            <a:br/>
            <a:r>
              <a:t>можно оставить схему процесса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Три клиента подключаются к одному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0175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700">
                <a:solidFill>
                  <a:srgbClr val="16A34A"/>
                </a:solidFill>
              </a:defRPr>
            </a:pPr>
            <a:r>
              <a:t>APK</a:t>
            </a:r>
          </a:p>
          <a:p>
            <a:pPr>
              <a:defRPr sz="1200">
                <a:solidFill>
                  <a:srgbClr val="607496"/>
                </a:solidFill>
              </a:defRPr>
            </a:pPr>
            <a:r>
              <a:t>Работник регистрирует инцидент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463040"/>
            <a:ext cx="30175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700">
                <a:solidFill>
                  <a:srgbClr val="2563EB"/>
                </a:solidFill>
              </a:defRPr>
            </a:pPr>
            <a:r>
              <a:t>Web</a:t>
            </a:r>
          </a:p>
          <a:p>
            <a:pPr>
              <a:defRPr sz="1200">
                <a:solidFill>
                  <a:srgbClr val="607496"/>
                </a:solidFill>
              </a:defRPr>
            </a:pPr>
            <a:r>
              <a:t>Менеджер создает риск и управляет статусами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463040"/>
            <a:ext cx="30175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700">
                <a:solidFill>
                  <a:srgbClr val="F59E0B"/>
                </a:solidFill>
              </a:defRPr>
            </a:pPr>
            <a:r>
              <a:t>Desktop</a:t>
            </a:r>
          </a:p>
          <a:p>
            <a:pPr>
              <a:defRPr sz="1200">
                <a:solidFill>
                  <a:srgbClr val="607496"/>
                </a:solidFill>
              </a:defRPr>
            </a:pPr>
            <a:r>
              <a:t>Эксперт отправляет оценку риска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3657600"/>
            <a:ext cx="54864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700">
                <a:solidFill>
                  <a:srgbClr val="10203D"/>
                </a:solidFill>
              </a:defRPr>
            </a:pPr>
            <a:r>
              <a:t>Flask API + SQLite</a:t>
            </a:r>
          </a:p>
          <a:p>
            <a:pPr>
              <a:defRPr sz="1200">
                <a:solidFill>
                  <a:srgbClr val="607496"/>
                </a:solidFill>
              </a:defRPr>
            </a:pPr>
            <a:r>
              <a:t>JWT, RBAC, CQRS, BFF, events, audit,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Web: панель риск-менеджера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Главное рабочее место управления рисками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Журнал рисков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Очередь инцидентов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План минимизации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Назначение эксперта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Отчеты и аудит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Скриншот:</a:t>
            </a:r>
            <a:br/>
            <a:r>
              <a:t>журнал рисков или web-меню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APK работника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Регистрация инцидента с телефона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Вход и регистрация с одобрением администратора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Настройки сервера для другого ПК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Форма инцидента: название, описание, категория, дата, ущерб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Инцидент уходит в web-очередь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Скриншот:</a:t>
            </a:r>
            <a:br/>
            <a:r>
              <a:t>APK вход + форма инцидента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Очередь инцидентов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Как заявка работника превращается в риск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Работник не создает риск напрямую.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Менеджер проверяет входящий инцидент.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После проверки нажимает 'Создать риск'.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Риск появляется в журнале и может быть назначен эксперту.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Скриншот:</a:t>
            </a:r>
            <a:br/>
            <a:r>
              <a:t>web очередь инцидентов</a:t>
            </a:r>
            <a:br/>
            <a:r>
              <a:t>и кнопка 'Создать риск'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Создание и ведение риска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Менеджер контролирует жизненный цикл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Статусы: CREATED, ACTIVE, COMPLETED, CANCELLED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ACTIVE требует назначенного эксперта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Завершенные и отмененные риски нельзя вернуть в работу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Меры минимизации хранятся вместе с риском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Скриншот:</a:t>
            </a:r>
            <a:br/>
            <a:r>
              <a:t>карточка риска или форма плана минимизации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Desktop эксперта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Отдельное приложение только для оценки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Эксперт видит только назначенные ему риски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Есть список назначенных рисков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Есть раздел отправленных оценок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Профиль показывает статистику эксперта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Скриншот:</a:t>
            </a:r>
            <a:br/>
            <a:r>
              <a:t>desktop список назначенных рисков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Экспертная оценка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Вероятность, влияние и рекомендация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Вероятность: от 1 до 5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Влияние: от 1 до 5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Итоговый уровень рассчитывается системой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Рекомендация эксперта сохраняется в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Скриншот:</a:t>
            </a:r>
            <a:br/>
            <a:r>
              <a:t>desktop карточка риска</a:t>
            </a:r>
            <a:br/>
            <a:r>
              <a:t>и форма оценки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Фоновые задачи и аудит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Системные процессы и журнал действий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Очередь событий domain_event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Обновление read-model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Журнал аудита действий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Heatmap API для частых и тяжелых запросов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Скриншот:</a:t>
            </a:r>
            <a:br/>
            <a:r>
              <a:t>фоновые задачи или журнал аудита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Отчеты и безопасность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Что закрывает управленческую часть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CSV-экспорт отчета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JWT авторизация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RBAC по ролям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Одобрение новых пользователей администратором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Запрет чужих действий через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Скриншот:</a:t>
            </a:r>
            <a:br/>
            <a:r>
              <a:t>отчеты, экспорт или админ-пользователи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Сборки и демонстрация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Что передается для запуска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web/ запускается как сервер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release/apk/RiskGuard-Worker.apk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release/exe/RiskGuard-Desktop-Setup.exe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Документация и презентация лежат в корне проекта</a:t>
            </a:r>
          </a:p>
          <a:p>
            <a:pPr>
              <a:spcAft>
                <a:spcPts val="800"/>
              </a:spcAft>
              <a:defRPr sz="1800">
                <a:solidFill>
                  <a:srgbClr val="121F36"/>
                </a:solidFill>
              </a:defRPr>
            </a:pPr>
            <a:r>
              <a:t>На другом ПК APK указывает IP web-сервера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7D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607496"/>
                </a:solidFill>
              </a:defRPr>
            </a:pPr>
            <a:r>
              <a:t>Скриншот:</a:t>
            </a:r>
            <a:br/>
            <a:r>
              <a:t>папка release или GitHub repository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7955279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21F36"/>
                </a:solidFill>
              </a:defRPr>
            </a:pPr>
            <a: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07496"/>
                </a:solidFill>
              </a:defRPr>
            </a:pPr>
            <a:r>
              <a:t>Что показывает RiskGuard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07496"/>
                </a:solidFill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9875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21F36"/>
                </a:solidFill>
              </a:defRPr>
            </a:pPr>
            <a:r>
              <a:t>Полный путь данных: APK -&gt; Web/API -&gt; Desktop -&gt; Web</a:t>
            </a:r>
          </a:p>
          <a:p>
            <a:pPr>
              <a:spcAft>
                <a:spcPts val="800"/>
              </a:spcAft>
              <a:defRPr sz="2200">
                <a:solidFill>
                  <a:srgbClr val="121F36"/>
                </a:solidFill>
              </a:defRPr>
            </a:pPr>
            <a:r>
              <a:t>Разные роли и разные клиенты</a:t>
            </a:r>
          </a:p>
          <a:p>
            <a:pPr>
              <a:spcAft>
                <a:spcPts val="800"/>
              </a:spcAft>
              <a:defRPr sz="2200">
                <a:solidFill>
                  <a:srgbClr val="121F36"/>
                </a:solidFill>
              </a:defRPr>
            </a:pPr>
            <a:r>
              <a:t>Единая база и единая логика доступа</a:t>
            </a:r>
          </a:p>
          <a:p>
            <a:pPr>
              <a:spcAft>
                <a:spcPts val="800"/>
              </a:spcAft>
              <a:defRPr sz="2200">
                <a:solidFill>
                  <a:srgbClr val="121F36"/>
                </a:solidFill>
              </a:defRPr>
            </a:pPr>
            <a:r>
              <a:t>CQRS, BFF, events, audit и reporting</a:t>
            </a:r>
          </a:p>
          <a:p>
            <a:pPr>
              <a:spcAft>
                <a:spcPts val="800"/>
              </a:spcAft>
              <a:defRPr sz="2200">
                <a:solidFill>
                  <a:srgbClr val="121F36"/>
                </a:solidFill>
              </a:defRPr>
            </a:pPr>
            <a:r>
              <a:t>Готовые сборки для демонстрации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